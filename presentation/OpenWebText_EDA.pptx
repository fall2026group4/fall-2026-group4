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734A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Within 1,024 tokens</c:v>
                </c:pt>
                <c:pt idx="1">
                  <c:v>Exceeds 1,024 tokens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661</c:v>
                </c:pt>
                <c:pt idx="1">
                  <c:v>339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State the project name and that this EDA validates the OpenWebText corpus before it's used in Week 3's latent-sampling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EDA sits at step 1 of the pipeline — before we mine max-activating examples, we need to know if documents even fit GPT-2's context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streaming avoids downloading 24GB, islice pulls a fixed sample, quality checks (empty/dup) come before any stats, then real GPT-2 tokenization — not word-splitting — for the numbers that actually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count via str.split() is a fast proxy before paying the cost of running the real tokenizer. Mean &gt;&gt; median signals a long right 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conceptual slide: explain BPE, the Ġ marker for space, and that 100 characters produced 25 tokens in the real notebook — roughly 4 chars/token.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1.37 ratio is a strong talking point in viva — shows understanding of why tokens &gt; words, not just that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result of the whole EDA. State the number, then immediately state the implication: sampling needs a chunking strategy, not naive full-document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Restate the four findings in order of increasing importance, ending on the chunking-strategy requirement since that's the actionable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6367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657600" cy="3657600"/>
          </a:xfrm>
          <a:prstGeom prst="ellipse">
            <a:avLst/>
          </a:prstGeom>
          <a:solidFill>
            <a:srgbClr val="26367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SAE-FAITHFUL  |  PHASE 1, WEEK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OpenWebText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the text corpus used to mine max-activating examples for SAE latents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Rai  •  Aditi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profile OpenWebText?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OpenWebText is our Tier 2 dataset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mine max-activating text spans for every sampled SAE latent — the text an explainer LLM later reads to generate a feature label.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8,013,769 documents / 24.2 GB (parquet)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large to eyeball — needs a sampled, quantified EDA pass before the sampling pipeline is built.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 this EDA answers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OpenWebText documents be fed straight into GPT-2-small, or does document length force a chunking strategy first?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12280" y="1874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in the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246888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5420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OpenWebText corpus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scraped web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333756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341071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GPT-2-small forward pass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layer's residual stream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420624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2793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encoder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latent activations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507492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4807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Max-activating examples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latent, per feature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SAMPLE WAS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Stream, don't download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load_dataset(..., streaming=True) opens a lazy iterator over the 80 parquet shards — no need to pull the full 24.2 GB corpus to disk.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1,000 documents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42900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itertools.islice(dataset, 1000) pulls exactly 1,000 docs off the stream into a pandas DataFrame for analysis.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42900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empty and duplicate documents before trusting any statistics downstream. Result: 0 empty, 0 duplicates.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464040" y="205740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640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with real GPT-2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342900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AutoTokenizer.from_pretrained("gpt2") — the exact BPE tokenizer GPT-2 uses, not a word-count approximation.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length — word 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822.17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538.5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14,787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words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shape: right-skewed distribution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5196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(822) is well above median (538.5) 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small number of very long documents pull the average up, while most documents sit at shorter lengths. Typical for web-scraped text.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is only an approximation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on whitespace and doesn't reflect how GPT-2 actually chunks text — that requires the real BPE tokenizer, next.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LENGTH ACTUALLY GETS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GPT-2 tokenizer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aren't what GPT-2 sees.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processes byte-pair encoding (BPE) subword tokens — frequently co-occurring character sequences, not dictionary words. Its vocabulary has 50,257 possible tokens, and its context window caps out at 1,024 tokens per forward pass.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858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50,257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07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37490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3858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4407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context (tokens)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286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"Port-au-Prince, Haiti (CNN) --…"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788920"/>
            <a:ext cx="905256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278892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08976" y="27889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08976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03336" y="2788920"/>
            <a:ext cx="612648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03336" y="2788920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27889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07424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01784" y="2788920"/>
            <a:ext cx="119786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01784" y="27889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335584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12280" y="3355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335584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873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33558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␣Haiti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49640" y="335584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873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9640" y="3355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␣(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0" y="3355848"/>
            <a:ext cx="75895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0" y="3355848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94392" y="335584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94392" y="3355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41330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␣ marks "starts with a space" (GPT-2's internal boundary marker, shown as Ġ)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5902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"Port-au-Prince" → 5 tokens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splits on frequent subword patterns, not word boundaries — hyphenated and rare words fragment into multiple tokens.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length — GPT-2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1,125.79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tokens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tokens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tokens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BE8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892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25,939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tokens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tokens per word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0624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1,125.79 ÷ 822.17  ≈  1.37 tokens per word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commonly cited ~1.3 tokens/word overhead of GPT-2's BPE tokenizer on English text — an independent sanity check that both statistics are internally consistent.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25,939-token maximum is worth a manual check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25× the context window — flag whether it's a genuinely long article or a scraping artifact (e.g. concatenated pages).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fit GPT-2's context window?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48463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91640"/>
            <a:ext cx="5760720" cy="1965960"/>
          </a:xfrm>
          <a:prstGeom prst="roundRect">
            <a:avLst>
              <a:gd name="adj" fmla="val 5581"/>
            </a:avLst>
          </a:prstGeom>
          <a:solidFill>
            <a:srgbClr val="E873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7220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33.9%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2834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sampled documents (339 / 1,000)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GPT-2's 1,024-token context window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840480"/>
            <a:ext cx="5760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pipeline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assume every document fits a single GPT-2 forward pass.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3 latent-sampling script needs an explicit chunking or truncation strategy.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661 documents (66.1%) are usable as-is; the remaining third need a policy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636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EDA tells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7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2024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corpus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E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empty documents, 0 duplicates in the 1,000-doc sample — no special cleaning pass needed before 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7180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lengths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E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exceeds median for both word and token counts — most docs are short, a few are very long.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7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2336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checks out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E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tokens/word matches the known GPT-2 BPE overhead — confidence the pipeline is measuring correctly.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0749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is required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E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 of documents exceed the 1,024-token context window — the Week 3 sampling script must handle this explicitly.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2026-09-22T19:58:19Z</dcterms:created>
  <dcterms:modified xsi:type="dcterms:W3CDTF">2026-09-22T19:58:19Z</dcterms:modified>
</cp:coreProperties>
</file>