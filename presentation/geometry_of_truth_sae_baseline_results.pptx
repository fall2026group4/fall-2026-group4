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355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8046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Geometry of Truth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SAE Baseline Results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30936" y="224942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GPT-2 Small layer-8 residual stream → pretrained sparse autoencoder → TRUE vs FALSE feature differences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55264"/>
            <a:ext cx="10789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34655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Headline result</a:t>
            </a:r>
          </a:p>
        </p:txBody>
      </p:sp>
      <p:sp>
        <p:nvSpPr>
          <p:cNvPr id="8" name="Text 6"/>
          <p:cNvSpPr/>
          <p:nvPr/>
        </p:nvSpPr>
        <p:spPr>
          <a:xfrm>
            <a:off x="886968" y="37307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Feature 14114 is the strongest TRUE-associated candidate; Feature 4133 is the strongest FALSE-associated candidate.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219456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50474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0ED"/>
                </a:solidFill>
              </a:rPr>
              <a:t>1,496 statements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63240" y="4892040"/>
            <a:ext cx="21945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50474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</a:rPr>
              <a:t>748 TRUE / 748 FALSE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4892040"/>
            <a:ext cx="2194560" cy="640080"/>
          </a:xfrm>
          <a:prstGeom prst="rect">
            <a:avLst/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6128" y="50474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24,576 SAE features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09560" y="4892040"/>
            <a:ext cx="27432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8432" y="50474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</a:rPr>
              <a:t>SVG + CSV committed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3210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Goal: turn each labeled city–country statement into SAE feature activations and compare TRUE vs FALSE groups</a:t>
            </a:r>
            <a:r>
              <a:rPr lang="en-US" sz="1200" dirty="0">
                <a:solidFill>
                  <a:srgbClr val="64748B"/>
                </a:solidFill>
              </a:rPr>
              <a:t>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47088" y="2386584"/>
            <a:ext cx="4846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739896" y="2386584"/>
            <a:ext cx="4846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769864" y="2386584"/>
            <a:ext cx="4846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644384" y="2386584"/>
            <a:ext cx="4846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400032" y="2386584"/>
            <a:ext cx="4846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" y="2057400"/>
            <a:ext cx="1252728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148840"/>
            <a:ext cx="11064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0ED"/>
                </a:solidFill>
              </a:rPr>
              <a:t>Geometry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F80ED"/>
                </a:solidFill>
              </a:rPr>
              <a:t>statements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2057400"/>
            <a:ext cx="1408176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2148840"/>
            <a:ext cx="12618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GPT-2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Small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24528" y="2057400"/>
            <a:ext cx="1545336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148840"/>
            <a:ext cx="139903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Layer 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residual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54496" y="2057400"/>
            <a:ext cx="1389888" cy="685800"/>
          </a:xfrm>
          <a:prstGeom prst="roundRect">
            <a:avLst>
              <a:gd name="adj" fmla="val 10667"/>
            </a:avLst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148840"/>
            <a:ext cx="12435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SAE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encode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9016" y="2057400"/>
            <a:ext cx="1271016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2168" y="2148840"/>
            <a:ext cx="112471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</a:rPr>
              <a:t>matrix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84664" y="2057400"/>
            <a:ext cx="1700784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57816" y="2148840"/>
            <a:ext cx="15544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</a:rPr>
              <a:t>TRUE vs FALSE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</a:rPr>
              <a:t>stats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730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Implementation details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0690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Hook used: blocks.8.hook_resid_pre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Representation: last non-padding token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SAE release: gpt2-small-res-jb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Output: 24,576-dimensional sparse vector per statement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37307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What this baseline can and cannot prove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37376" y="4096512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It identifies candidate features whose activations differ between TRUE and FALSE examples. It does not yet prove causal truth representation.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Largest SAE feature differences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3210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Mean activation difference is computed as TRUE mean minus FALSE mean.</a:t>
            </a:r>
          </a:p>
        </p:txBody>
      </p:sp>
      <p:pic>
        <p:nvPicPr>
          <p:cNvPr id="5" name="Image 0" descr="/mnt/data/image(20260928-15195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35024"/>
            <a:ext cx="713232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4173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Read the chart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57032" y="182880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Right side: stronger activation for TRUE statements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Left side: stronger activation for FALSE statements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More distance from zero = stronger baseline separation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0" y="4206240"/>
            <a:ext cx="306324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75904" y="43708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TRUE candidate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375904" y="4599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Feature 14114  •  +0.385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0" y="5230368"/>
            <a:ext cx="306324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75904" y="53949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FALSE candidate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75904" y="56235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</a:rPr>
              <a:t>Feature 4133  •  −0.359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14114: strongest TRUE-associated candidate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3210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Top activations were all TRUE city–country statements in the inspection table</a:t>
            </a:r>
            <a:r>
              <a:rPr lang="en-US" sz="1200" dirty="0">
                <a:solidFill>
                  <a:srgbClr val="64748B"/>
                </a:solidFill>
              </a:rPr>
              <a:t>.</a:t>
            </a:r>
            <a:endParaRPr lang="en-US" sz="1200" dirty="0"/>
          </a:p>
        </p:txBody>
      </p:sp>
      <p:pic>
        <p:nvPicPr>
          <p:cNvPr id="5" name="Image 0" descr="/mnt/data/image(20260928-15164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5024"/>
            <a:ext cx="6172200" cy="42245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0" y="1463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What the inspection shows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33488" y="18745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The highest activating examples include true statements such as Aleppo–Syria, Mosul–Iraq, Baghdad–Iraq, Mumbai–India, and Beijing–China.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0" y="34747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33488" y="3858768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Feature 14114 is a good candidate for follow-up because it preferentially activates on true examples in this dataset.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0" y="5239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Caution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33488" y="5577840"/>
            <a:ext cx="3886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This may reflect familiar factual co-occurrence rather than abstract truthfulness. Causal tests are still needed.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54710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83210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Baseline is now in review and ready to become the foundation for steering and AWS work</a:t>
            </a:r>
            <a:r>
              <a:rPr lang="en-US" sz="1200" dirty="0">
                <a:solidFill>
                  <a:srgbClr val="64748B"/>
                </a:solidFill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Baseline result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8096" y="185623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</a:rPr>
              <a:t>Some pretrained SAE features show systematic activation differences between TRUE and FALSE Geometry of Truth statements.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Key candidates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3319272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</a:rPr>
              <a:t>• 14114: strongest TRUE-associated candidate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</a:rPr>
              <a:t>• 4133: strongest FALSE-associated candidate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</a:rPr>
              <a:t>• Results are associative, not yet causal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37960" y="1417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Next workflow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680960" y="2203704"/>
            <a:ext cx="0" cy="722376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80960" y="3520440"/>
            <a:ext cx="0" cy="73152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80960" y="4846320"/>
            <a:ext cx="0" cy="73152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75120" y="192024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2011680"/>
            <a:ext cx="186537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PR review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by teammate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32461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3337560"/>
            <a:ext cx="186537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Merge to main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after approval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457200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4663440"/>
            <a:ext cx="186537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Causal tests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with fixed top-p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0" y="571500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5806440"/>
            <a:ext cx="186537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AWS run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for scale-up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33"/>
                </a:solidFill>
              </a:rPr>
              <a:t>Artifacts committed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8096" y="5394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Notebook • feature statistics CSV • baseline SVG figure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8096" y="60167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i="1" dirty="0" smtClean="0">
                <a:solidFill>
                  <a:srgbClr val="64748B"/>
                </a:solidFill>
              </a:rPr>
              <a:t>.</a:t>
            </a:r>
            <a:endParaRPr lang="en-US" sz="12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379</Words>
  <Application>Microsoft Office PowerPoint</Application>
  <PresentationFormat>Widescreen</PresentationFormat>
  <Paragraphs>75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Fall2026group4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Geometry of Truth SAE Baseline Results</dc:title>
  <dc:subject>Geometry of Truth SAE baseline results</dc:subject>
  <dc:creator>Simbarashe Simbanegavi</dc:creator>
  <cp:lastModifiedBy>SIMBAH</cp:lastModifiedBy>
  <cp:revision>3</cp:revision>
  <dcterms:created xsi:type="dcterms:W3CDTF">2026-09-28T17:03:17Z</dcterms:created>
  <dcterms:modified xsi:type="dcterms:W3CDTF">2026-09-28T17:11:28Z</dcterms:modified>
</cp:coreProperties>
</file>